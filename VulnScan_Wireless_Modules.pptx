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VulnScan: Wireless Network Modules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Bridging Web Pentesting &amp; Wireless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Applying web app security testing to physical wireless infrastructure.</a:t>
            </a:r>
          </a:p>
          <a:p>
            <a:r>
              <a:rPr>
                <a:solidFill>
                  <a:srgbClr val="000000"/>
                </a:solidFill>
              </a:rPr>
              <a:t>1. Enterprise Wireless LAN Controllers (WLC) exposed to WAN.</a:t>
            </a:r>
          </a:p>
          <a:p>
            <a:r>
              <a:rPr>
                <a:solidFill>
                  <a:srgbClr val="000000"/>
                </a:solidFill>
              </a:rPr>
              <a:t>2. Wireless Sensor Networks (WSN) reporting via Cloud APIs.</a:t>
            </a:r>
          </a:p>
          <a:p>
            <a:r>
              <a:rPr>
                <a:solidFill>
                  <a:srgbClr val="000000"/>
                </a:solidFill>
              </a:rPr>
              <a:t>3. 5G Core REST interface exposures.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Module 1: Wireless Controller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Target: Enterprise WLAN Infrastructure</a:t>
            </a:r>
          </a:p>
          <a:p>
            <a:r>
              <a:rPr>
                <a:solidFill>
                  <a:srgbClr val="000000"/>
                </a:solidFill>
              </a:rPr>
              <a:t>• Fingerprints Admin Interfaces (Cisco WLC, Aruba, Ubiquiti)</a:t>
            </a:r>
          </a:p>
          <a:p>
            <a:r>
              <a:rPr>
                <a:solidFill>
                  <a:srgbClr val="000000"/>
                </a:solidFill>
              </a:rPr>
              <a:t>• Detects exposed configuration files (/config.xml, /backup.cfg)</a:t>
            </a:r>
          </a:p>
          <a:p>
            <a:r>
              <a:rPr>
                <a:solidFill>
                  <a:srgbClr val="000000"/>
                </a:solidFill>
              </a:rPr>
              <a:t>• Identifies leaks like Wi-Fi PSKs and Admin hashes.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Module 2: WSN &amp; IoT API Auditor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Target: WSN Dashboards &amp; Cellular Core Networks</a:t>
            </a:r>
          </a:p>
          <a:p>
            <a:r>
              <a:rPr>
                <a:solidFill>
                  <a:srgbClr val="000000"/>
                </a:solidFill>
              </a:rPr>
              <a:t>• Probes Web/REST endpoints (e.g., /api/v1/sensors, /namf-comm)</a:t>
            </a:r>
          </a:p>
          <a:p>
            <a:r>
              <a:rPr>
                <a:solidFill>
                  <a:srgbClr val="000000"/>
                </a:solidFill>
              </a:rPr>
              <a:t>• Tests for Broken Object Level Authorization (BOLA)</a:t>
            </a:r>
          </a:p>
          <a:p>
            <a:r>
              <a:rPr>
                <a:solidFill>
                  <a:srgbClr val="000000"/>
                </a:solidFill>
              </a:rPr>
              <a:t>• Identifies unauthenticated IoT data exposure.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Platform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Integrated into VulnScan v3.4.5</a:t>
            </a:r>
          </a:p>
          <a:p>
            <a:r>
              <a:rPr>
                <a:solidFill>
                  <a:srgbClr val="000000"/>
                </a:solidFill>
              </a:rPr>
              <a:t>• 'Comprehensive Scan' One-Shot Execution</a:t>
            </a:r>
          </a:p>
          <a:p>
            <a:r>
              <a:rPr>
                <a:solidFill>
                  <a:srgbClr val="000000"/>
                </a:solidFill>
              </a:rPr>
              <a:t>• Interactive Console Menus (Options 24 &amp; 25)</a:t>
            </a:r>
          </a:p>
          <a:p>
            <a:r>
              <a:rPr>
                <a:solidFill>
                  <a:srgbClr val="000000"/>
                </a:solidFill>
              </a:rPr>
              <a:t>• Findings auto-injected into PDF Security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